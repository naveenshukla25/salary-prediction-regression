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16219"/>
            <a:ext cx="9144000" cy="1470025"/>
          </a:xfrm>
        </p:spPr>
        <p:txBody>
          <a:bodyPr/>
          <a:lstStyle/>
          <a:p>
            <a:r>
              <a:rPr dirty="0"/>
              <a:t>Salary Prediction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113935"/>
            <a:ext cx="7927258" cy="4483510"/>
          </a:xfrm>
        </p:spPr>
        <p:txBody>
          <a:bodyPr>
            <a:normAutofit/>
          </a:bodyPr>
          <a:lstStyle/>
          <a:p>
            <a:r>
              <a:rPr dirty="0"/>
              <a:t>Predicting salaries based on years of experience using Linear Regression</a:t>
            </a:r>
            <a:endParaRPr lang="en-IN" dirty="0"/>
          </a:p>
          <a:p>
            <a:endParaRPr lang="en-IN" dirty="0"/>
          </a:p>
          <a:p>
            <a:endParaRPr dirty="0"/>
          </a:p>
          <a:p>
            <a:r>
              <a:rPr dirty="0"/>
              <a:t>Presenter: </a:t>
            </a:r>
            <a:r>
              <a:rPr lang="en-IN" dirty="0"/>
              <a:t>NAVEEN SHUKLA(batch-8)</a:t>
            </a:r>
          </a:p>
          <a:p>
            <a:r>
              <a:rPr lang="en-IN" dirty="0"/>
              <a:t>Email: naveenshukla2501@gmail.com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Objective: To build a machine learning model that accurately predicts an employee's salary given their years of experience.</a:t>
            </a:r>
          </a:p>
          <a:p>
            <a:pPr marL="0" indent="0">
              <a:buNone/>
            </a:pPr>
            <a:r>
              <a:rPr dirty="0"/>
              <a:t>• Problem Solved: Helps HR departments, hiring managers, and job seekers establish fair compensation expectations based on trends.</a:t>
            </a:r>
          </a:p>
          <a:p>
            <a:pPr marL="0" indent="0">
              <a:buNone/>
            </a:pPr>
            <a:r>
              <a:rPr dirty="0"/>
              <a:t>• Approach: Utilized Simple Linear Regression to model the linear relationship between experience and compensation.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and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Dataset: Salary_dataset.csv</a:t>
            </a:r>
          </a:p>
          <a:p>
            <a:pPr marL="0" indent="0">
              <a:buNone/>
            </a:pPr>
            <a:r>
              <a:rPr dirty="0"/>
              <a:t>• Variables:</a:t>
            </a:r>
          </a:p>
          <a:p>
            <a:pPr marL="0" indent="0">
              <a:buNone/>
            </a:pPr>
            <a:r>
              <a:rPr dirty="0"/>
              <a:t>   - Independent Variable (X): </a:t>
            </a:r>
            <a:r>
              <a:rPr dirty="0" err="1"/>
              <a:t>YearsExperience</a:t>
            </a:r>
            <a:r>
              <a:rPr lang="en-IN" dirty="0"/>
              <a:t>s</a:t>
            </a:r>
            <a:endParaRPr dirty="0"/>
          </a:p>
          <a:p>
            <a:pPr marL="0" indent="0">
              <a:buNone/>
            </a:pPr>
            <a:r>
              <a:rPr dirty="0"/>
              <a:t>   - Dependent Variable (Y): Salary</a:t>
            </a:r>
          </a:p>
          <a:p>
            <a:pPr marL="0" indent="0">
              <a:buNone/>
            </a:pPr>
            <a:r>
              <a:rPr dirty="0"/>
              <a:t>• Data Preparation:</a:t>
            </a:r>
          </a:p>
          <a:p>
            <a:pPr marL="0" indent="0">
              <a:buNone/>
            </a:pPr>
            <a:r>
              <a:rPr dirty="0"/>
              <a:t>   - Data parsed and reshaped into arrays</a:t>
            </a:r>
          </a:p>
          <a:p>
            <a:pPr marL="0" indent="0">
              <a:buNone/>
            </a:pPr>
            <a:r>
              <a:rPr dirty="0"/>
              <a:t>   - Training Set (75%) and Testing Set (25%)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Algorithm: Linear Regression</a:t>
            </a:r>
          </a:p>
          <a:p>
            <a:pPr marL="0" indent="0">
              <a:buNone/>
            </a:pPr>
            <a:r>
              <a:rPr dirty="0"/>
              <a:t>• Core Technologies (Python):</a:t>
            </a:r>
          </a:p>
          <a:p>
            <a:pPr marL="0" indent="0">
              <a:buNone/>
            </a:pPr>
            <a:r>
              <a:rPr dirty="0"/>
              <a:t>   - pandas &amp; </a:t>
            </a:r>
            <a:r>
              <a:rPr dirty="0" err="1"/>
              <a:t>numpy</a:t>
            </a:r>
            <a:r>
              <a:rPr dirty="0"/>
              <a:t>: data manipulation</a:t>
            </a:r>
          </a:p>
          <a:p>
            <a:pPr marL="0" indent="0">
              <a:buNone/>
            </a:pPr>
            <a:r>
              <a:rPr dirty="0"/>
              <a:t>   - scikit-learn: training model and evaluation</a:t>
            </a:r>
          </a:p>
          <a:p>
            <a:pPr marL="0" indent="0">
              <a:buNone/>
            </a:pPr>
            <a:r>
              <a:rPr dirty="0"/>
              <a:t>   - matplotlib: visualization</a:t>
            </a:r>
          </a:p>
          <a:p>
            <a:pPr marL="0" indent="0">
              <a:buNone/>
            </a:pPr>
            <a:r>
              <a:rPr dirty="0"/>
              <a:t>• Workflow: Load Data → Split Data → Fit Model → Make Predictions → Evaluate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Evaluation Metric: R-squared (R²) Score</a:t>
            </a:r>
          </a:p>
          <a:p>
            <a:pPr marL="0" indent="0">
              <a:buNone/>
            </a:pPr>
            <a:r>
              <a:rPr dirty="0"/>
              <a:t>• Meaning: Proportion of variance in salary explained by experience</a:t>
            </a:r>
          </a:p>
          <a:p>
            <a:pPr marL="0" indent="0">
              <a:buNone/>
            </a:pPr>
            <a:r>
              <a:rPr dirty="0"/>
              <a:t>• Result: R² = 0.9756</a:t>
            </a:r>
          </a:p>
          <a:p>
            <a:pPr marL="0" indent="0">
              <a:buNone/>
            </a:pPr>
            <a:r>
              <a:rPr dirty="0"/>
              <a:t>• Conclusion: Model explains about 97.56% of salary variance, showing a strong linear relationship.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Red Dots: Actual salary data points</a:t>
            </a:r>
          </a:p>
          <a:p>
            <a:pPr marL="0" indent="0">
              <a:buNone/>
            </a:pPr>
            <a:r>
              <a:rPr dirty="0"/>
              <a:t>• Blue Line: Linear regression best-fit line</a:t>
            </a:r>
          </a:p>
          <a:p>
            <a:pPr marL="0" indent="0">
              <a:buNone/>
            </a:pPr>
            <a:r>
              <a:rPr dirty="0"/>
              <a:t>• Takeaway: Data points closely follow the line, confirming high prediction accuracy (R² ≈ 0.9</a:t>
            </a:r>
            <a:r>
              <a:rPr lang="en-IN" dirty="0"/>
              <a:t>4</a:t>
            </a:r>
            <a:r>
              <a:rPr dirty="0"/>
              <a:t>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A9B24-7B23-A4A7-BFBB-E0F0B63CC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Regression-Line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7005B1-20F5-01EA-F393-F72CEDA59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7194"/>
            <a:ext cx="8229600" cy="437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04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281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Salary Prediction Model</vt:lpstr>
      <vt:lpstr>Project Overview</vt:lpstr>
      <vt:lpstr>Data and Preprocessing</vt:lpstr>
      <vt:lpstr>Technical Implementation</vt:lpstr>
      <vt:lpstr>Model Performance</vt:lpstr>
      <vt:lpstr>Data Visualization</vt:lpstr>
      <vt:lpstr>Regression-Line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Naveen Shukla</dc:creator>
  <cp:keywords/>
  <dc:description>generated using python-pptx</dc:description>
  <cp:lastModifiedBy>Naveen Shukla</cp:lastModifiedBy>
  <cp:revision>3</cp:revision>
  <dcterms:created xsi:type="dcterms:W3CDTF">2013-01-27T09:14:16Z</dcterms:created>
  <dcterms:modified xsi:type="dcterms:W3CDTF">2026-03-13T14:35:17Z</dcterms:modified>
  <cp:category/>
</cp:coreProperties>
</file>